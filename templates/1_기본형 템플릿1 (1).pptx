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8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564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94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9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68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679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47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13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67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4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3D4EF-FD22-426B-85C8-AF52F734D17C}" type="datetimeFigureOut">
              <a:rPr lang="ko-KR" altLang="en-US" smtClean="0"/>
              <a:t>2026. 6. 16.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BBE3B-B9D6-493B-87F2-98DC0DAE17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72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2" y="522579"/>
            <a:ext cx="2887533" cy="723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1532" y="2215116"/>
            <a:ext cx="67120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>
                <a:latin typeface="한화고딕 L" panose="02020503020101020101" pitchFamily="18" charset="-127"/>
                <a:ea typeface="한화고딕 L" panose="02020503020101020101" pitchFamily="18" charset="-127"/>
              </a:rPr>
              <a:t>제목을 입력해 주세요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957" y="3421363"/>
            <a:ext cx="4512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>
                <a:latin typeface="한화고딕 L" panose="02020503020101020101" pitchFamily="18" charset="-127"/>
                <a:ea typeface="한화고딕 L" panose="02020503020101020101" pitchFamily="18" charset="-127"/>
              </a:rPr>
              <a:t>소제목을 입력해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178" y="6116612"/>
            <a:ext cx="2760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한화고딕 L" panose="02020503020101020101" pitchFamily="18" charset="-127"/>
                <a:ea typeface="한화고딕 L" panose="02020503020101020101" pitchFamily="18" charset="-127"/>
              </a:rPr>
              <a:t>Department   |   OOOOO</a:t>
            </a:r>
            <a:r>
              <a:rPr lang="ko-KR" altLang="en-US" sz="1400">
                <a:latin typeface="한화고딕 L" panose="02020503020101020101" pitchFamily="18" charset="-127"/>
                <a:ea typeface="한화고딕 L" panose="02020503020101020101" pitchFamily="18" charset="-127"/>
              </a:rPr>
              <a:t>팀 </a:t>
            </a:r>
            <a:r>
              <a:rPr lang="en-US" altLang="ko-KR" sz="1400">
                <a:latin typeface="한화고딕 L" panose="02020503020101020101" pitchFamily="18" charset="-127"/>
                <a:ea typeface="한화고딕 L" panose="02020503020101020101" pitchFamily="18" charset="-127"/>
              </a:rPr>
              <a:t>(</a:t>
            </a:r>
            <a:r>
              <a:rPr lang="ko-KR" altLang="en-US" sz="1400">
                <a:latin typeface="한화고딕 L" panose="02020503020101020101" pitchFamily="18" charset="-127"/>
                <a:ea typeface="한화고딕 L" panose="02020503020101020101" pitchFamily="18" charset="-127"/>
              </a:rPr>
              <a:t>지점</a:t>
            </a:r>
            <a:r>
              <a:rPr lang="en-US" altLang="ko-KR" sz="1400">
                <a:latin typeface="한화고딕 L" panose="02020503020101020101" pitchFamily="18" charset="-127"/>
                <a:ea typeface="한화고딕 L" panose="02020503020101020101" pitchFamily="18" charset="-127"/>
              </a:rPr>
              <a:t>)</a:t>
            </a:r>
            <a:endParaRPr lang="ko-KR" altLang="en-US" sz="1400"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46223" y="6116612"/>
            <a:ext cx="1559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한화고딕 L" panose="02020503020101020101" pitchFamily="18" charset="-127"/>
                <a:ea typeface="한화고딕 L" panose="02020503020101020101" pitchFamily="18" charset="-127"/>
              </a:rPr>
              <a:t>Date. 2022.01.01</a:t>
            </a:r>
            <a:endParaRPr lang="ko-KR" altLang="en-US" sz="1400"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56952" y="5929746"/>
            <a:ext cx="10828468" cy="0"/>
          </a:xfrm>
          <a:prstGeom prst="line">
            <a:avLst/>
          </a:prstGeom>
          <a:ln w="19050">
            <a:solidFill>
              <a:srgbClr val="FF68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94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565153" y="6312195"/>
            <a:ext cx="3449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한화고딕 L" panose="02020503020101020101" pitchFamily="18" charset="-127"/>
                <a:ea typeface="한화고딕 L" panose="02020503020101020101" pitchFamily="18" charset="-127"/>
              </a:rPr>
              <a:t>01</a:t>
            </a:r>
            <a:endParaRPr lang="ko-KR" altLang="en-US" sz="1100"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45" y="6223874"/>
            <a:ext cx="1396235" cy="34993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 flipV="1">
            <a:off x="433737" y="844058"/>
            <a:ext cx="11324526" cy="9590"/>
          </a:xfrm>
          <a:prstGeom prst="line">
            <a:avLst/>
          </a:prstGeom>
          <a:ln w="12700">
            <a:solidFill>
              <a:srgbClr val="FF68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149" y="246383"/>
            <a:ext cx="3409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한화고딕 L" panose="02020503020101020101" pitchFamily="18" charset="-127"/>
                <a:ea typeface="한화고딕 L" panose="02020503020101020101" pitchFamily="18" charset="-127"/>
              </a:rPr>
              <a:t>본문 제목을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3693506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</Words>
  <Application>Microsoft Macintosh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한화고딕 L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박소영(Park So Yeong)</dc:creator>
  <cp:lastModifiedBy>Jean Kim</cp:lastModifiedBy>
  <cp:revision>5</cp:revision>
  <dcterms:created xsi:type="dcterms:W3CDTF">2022-03-29T04:51:22Z</dcterms:created>
  <dcterms:modified xsi:type="dcterms:W3CDTF">2026-06-16T06:41:39Z</dcterms:modified>
</cp:coreProperties>
</file>